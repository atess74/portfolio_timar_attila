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7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42CC-6F8B-42AA-901B-9D2C0B203C8E}" type="datetimeFigureOut">
              <a:rPr lang="hu-HU" smtClean="0"/>
              <a:t>2022. 02. 08.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8714-4674-4F88-B0E8-1187385066CC}" type="slidenum">
              <a:rPr lang="hu-HU" smtClean="0"/>
              <a:t>‹#›</a:t>
            </a:fld>
            <a:endParaRPr lang="hu-HU" dirty="0"/>
          </a:p>
        </p:txBody>
      </p:sp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42CC-6F8B-42AA-901B-9D2C0B203C8E}" type="datetimeFigureOut">
              <a:rPr lang="hu-HU" smtClean="0"/>
              <a:t>2022. 02. 08.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8714-4674-4F88-B0E8-1187385066CC}" type="slidenum">
              <a:rPr lang="hu-HU" smtClean="0"/>
              <a:t>‹#›</a:t>
            </a:fld>
            <a:endParaRPr lang="hu-HU" dirty="0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42CC-6F8B-42AA-901B-9D2C0B203C8E}" type="datetimeFigureOut">
              <a:rPr lang="hu-HU" smtClean="0"/>
              <a:t>2022. 02. 08.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8714-4674-4F88-B0E8-1187385066CC}" type="slidenum">
              <a:rPr lang="hu-HU" smtClean="0"/>
              <a:t>‹#›</a:t>
            </a:fld>
            <a:endParaRPr lang="hu-HU" dirty="0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42CC-6F8B-42AA-901B-9D2C0B203C8E}" type="datetimeFigureOut">
              <a:rPr lang="hu-HU" smtClean="0"/>
              <a:t>2022. 02. 08.</a:t>
            </a:fld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8714-4674-4F88-B0E8-1187385066CC}" type="slidenum">
              <a:rPr lang="hu-HU" smtClean="0"/>
              <a:t>‹#›</a:t>
            </a:fld>
            <a:endParaRPr lang="hu-HU" dirty="0"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42CC-6F8B-42AA-901B-9D2C0B203C8E}" type="datetimeFigureOut">
              <a:rPr lang="hu-HU" smtClean="0"/>
              <a:t>2022. 02. 08.</a:t>
            </a:fld>
            <a:endParaRPr lang="hu-HU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8714-4674-4F88-B0E8-1187385066CC}" type="slidenum">
              <a:rPr lang="hu-HU" smtClean="0"/>
              <a:t>‹#›</a:t>
            </a:fld>
            <a:endParaRPr lang="hu-HU" dirty="0"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42CC-6F8B-42AA-901B-9D2C0B203C8E}" type="datetimeFigureOut">
              <a:rPr lang="hu-HU" smtClean="0"/>
              <a:t>2022. 02. 08.</a:t>
            </a:fld>
            <a:endParaRPr lang="hu-HU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8714-4674-4F88-B0E8-1187385066CC}" type="slidenum">
              <a:rPr lang="hu-HU" smtClean="0"/>
              <a:t>‹#›</a:t>
            </a:fld>
            <a:endParaRPr lang="hu-HU" dirty="0"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42CC-6F8B-42AA-901B-9D2C0B203C8E}" type="datetimeFigureOut">
              <a:rPr lang="hu-HU" smtClean="0"/>
              <a:t>2022. 02. 08.</a:t>
            </a:fld>
            <a:endParaRPr lang="hu-HU" dirty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8714-4674-4F88-B0E8-1187385066CC}" type="slidenum">
              <a:rPr lang="hu-HU" smtClean="0"/>
              <a:t>‹#›</a:t>
            </a:fld>
            <a:endParaRPr lang="hu-HU" dirty="0"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42CC-6F8B-42AA-901B-9D2C0B203C8E}" type="datetimeFigureOut">
              <a:rPr lang="hu-HU" smtClean="0"/>
              <a:t>2022. 02. 08.</a:t>
            </a:fld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8714-4674-4F88-B0E8-1187385066CC}" type="slidenum">
              <a:rPr lang="hu-HU" smtClean="0"/>
              <a:t>‹#›</a:t>
            </a:fld>
            <a:endParaRPr lang="hu-HU" dirty="0"/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42CC-6F8B-42AA-901B-9D2C0B203C8E}" type="datetimeFigureOut">
              <a:rPr lang="hu-HU" smtClean="0"/>
              <a:t>2022. 02. 08.</a:t>
            </a:fld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8714-4674-4F88-B0E8-1187385066CC}" type="slidenum">
              <a:rPr lang="hu-HU" smtClean="0"/>
              <a:t>‹#›</a:t>
            </a:fld>
            <a:endParaRPr lang="hu-HU" dirty="0"/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42CC-6F8B-42AA-901B-9D2C0B203C8E}" type="datetimeFigureOut">
              <a:rPr lang="hu-HU" smtClean="0"/>
              <a:t>2022. 02. 08.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8714-4674-4F88-B0E8-1187385066CC}" type="slidenum">
              <a:rPr lang="hu-HU" smtClean="0"/>
              <a:t>‹#›</a:t>
            </a:fld>
            <a:endParaRPr lang="hu-HU" dirty="0"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42CC-6F8B-42AA-901B-9D2C0B203C8E}" type="datetimeFigureOut">
              <a:rPr lang="hu-HU" smtClean="0"/>
              <a:t>2022. 02. 08.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8714-4674-4F88-B0E8-1187385066CC}" type="slidenum">
              <a:rPr lang="hu-HU" smtClean="0"/>
              <a:t>‹#›</a:t>
            </a:fld>
            <a:endParaRPr lang="hu-HU" dirty="0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E42CC-6F8B-42AA-901B-9D2C0B203C8E}" type="datetimeFigureOut">
              <a:rPr lang="hu-HU" smtClean="0"/>
              <a:t>2022. 02. 08.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98714-4674-4F88-B0E8-1187385066CC}" type="slidenum">
              <a:rPr lang="hu-HU" smtClean="0"/>
              <a:t>‹#›</a:t>
            </a:fld>
            <a:endParaRPr lang="hu-H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magyarenergetika.hu/wp-content/uploads/me/ME_2017-5-6.pdf" TargetMode="External"/><Relationship Id="rId2" Type="http://schemas.openxmlformats.org/officeDocument/2006/relationships/hyperlink" Target="https://hu.wikipedia.org/wiki/H%C5%91er%C5%91m%C5%B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.wikipedia.org/wiki/M%C3%A1trai_Er%C5%91m%C5%B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42910" y="357166"/>
            <a:ext cx="7772400" cy="1470025"/>
          </a:xfrm>
        </p:spPr>
        <p:txBody>
          <a:bodyPr/>
          <a:lstStyle/>
          <a:p>
            <a:r>
              <a:rPr lang="hu-HU" dirty="0"/>
              <a:t>H</a:t>
            </a:r>
            <a:r>
              <a:rPr lang="hu-HU" dirty="0" smtClean="0"/>
              <a:t>őerőmű működése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Készítette:Timár Attila</a:t>
            </a:r>
            <a:endParaRPr lang="hu-H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68280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Hőerőművek működése </a:t>
            </a:r>
            <a:endParaRPr lang="hu-HU" dirty="0"/>
          </a:p>
        </p:txBody>
      </p:sp>
      <p:pic>
        <p:nvPicPr>
          <p:cNvPr id="7" name="Kép 6" descr="PowerStation2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00" y="1571612"/>
            <a:ext cx="8143900" cy="5286388"/>
          </a:xfrm>
          <a:prstGeom prst="rect">
            <a:avLst/>
          </a:prstGeom>
        </p:spPr>
      </p:pic>
      <p:pic>
        <p:nvPicPr>
          <p:cNvPr id="4" name="Tartalom helye 3" descr="letöltés.jfif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071546"/>
            <a:ext cx="8358246" cy="5286412"/>
          </a:xfr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85720" y="0"/>
            <a:ext cx="8229600" cy="1143000"/>
          </a:xfrm>
        </p:spPr>
        <p:txBody>
          <a:bodyPr/>
          <a:lstStyle/>
          <a:p>
            <a:r>
              <a:rPr lang="hu-HU" dirty="0" smtClean="0"/>
              <a:t>Anyagok előkészítése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Őrölik a szenet</a:t>
            </a:r>
          </a:p>
          <a:p>
            <a:r>
              <a:rPr lang="hu-HU" dirty="0" smtClean="0"/>
              <a:t>olaj (pakurát) </a:t>
            </a:r>
          </a:p>
          <a:p>
            <a:r>
              <a:rPr lang="hu-HU" dirty="0" smtClean="0"/>
              <a:t>földgázzal </a:t>
            </a:r>
          </a:p>
          <a:p>
            <a:endParaRPr lang="hu-HU" dirty="0"/>
          </a:p>
        </p:txBody>
      </p:sp>
      <p:pic>
        <p:nvPicPr>
          <p:cNvPr id="4" name="Kép 3" descr="images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20" y="3429000"/>
            <a:ext cx="5715040" cy="3429000"/>
          </a:xfrm>
          <a:prstGeom prst="rect">
            <a:avLst/>
          </a:prstGeom>
        </p:spPr>
      </p:pic>
      <p:pic>
        <p:nvPicPr>
          <p:cNvPr id="5" name="Kép 4" descr="letöltés (1).jf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6" y="3429000"/>
            <a:ext cx="4214842" cy="321471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Erőmű Magyarországon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Mátrai Erőmű</a:t>
            </a:r>
            <a:endParaRPr lang="hu-HU" dirty="0"/>
          </a:p>
        </p:txBody>
      </p:sp>
      <p:pic>
        <p:nvPicPr>
          <p:cNvPr id="5" name="Kép 4" descr="13196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0306"/>
            <a:ext cx="9144000" cy="435769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/>
          <a:p>
            <a:r>
              <a:rPr lang="hu-HU" dirty="0" smtClean="0"/>
              <a:t>hőerőmű osztályozása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Foszillis</a:t>
            </a:r>
            <a:endParaRPr lang="hu-HU" dirty="0" smtClean="0"/>
          </a:p>
          <a:p>
            <a:pPr lvl="1"/>
            <a:r>
              <a:rPr lang="hu-HU" dirty="0" smtClean="0"/>
              <a:t>Hőerőmű</a:t>
            </a:r>
          </a:p>
          <a:p>
            <a:pPr lvl="2"/>
            <a:r>
              <a:rPr lang="hu-HU" dirty="0" smtClean="0"/>
              <a:t>Szénerőmű</a:t>
            </a:r>
          </a:p>
          <a:p>
            <a:pPr lvl="2"/>
            <a:r>
              <a:rPr lang="hu-HU" dirty="0" smtClean="0"/>
              <a:t>Gázerőmű</a:t>
            </a:r>
          </a:p>
          <a:p>
            <a:pPr lvl="2"/>
            <a:r>
              <a:rPr lang="hu-HU" dirty="0" smtClean="0"/>
              <a:t>Olajerőmű</a:t>
            </a:r>
          </a:p>
          <a:p>
            <a:pPr lvl="2"/>
            <a:r>
              <a:rPr lang="hu-HU" dirty="0" smtClean="0"/>
              <a:t>szeméterőmű</a:t>
            </a:r>
            <a:endParaRPr lang="hu-HU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Előnyei és hátrányai</a:t>
            </a:r>
            <a:endParaRPr lang="hu-HU" dirty="0"/>
          </a:p>
        </p:txBody>
      </p:sp>
      <p:graphicFrame>
        <p:nvGraphicFramePr>
          <p:cNvPr id="4" name="Tartalom helye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előnyei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hátrányai</a:t>
                      </a:r>
                      <a:endParaRPr lang="hu-H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 smtClean="0"/>
                        <a:t>Az egyik legolcsóbb módja eletromoság előállításának</a:t>
                      </a:r>
                      <a:r>
                        <a:rPr lang="hu-HU" baseline="0" dirty="0" smtClean="0"/>
                        <a:t> 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Nem megújuló</a:t>
                      </a:r>
                      <a:r>
                        <a:rPr lang="hu-HU" baseline="0" dirty="0" smtClean="0"/>
                        <a:t> energiaforrások</a:t>
                      </a:r>
                      <a:endParaRPr lang="hu-H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 smtClean="0"/>
                        <a:t>Bármelyik olyan helyen lehet építeni ahol jó</a:t>
                      </a:r>
                      <a:r>
                        <a:rPr lang="hu-HU" baseline="0" dirty="0" smtClean="0"/>
                        <a:t> a közlekedési hallózat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üvegház</a:t>
                      </a:r>
                      <a:r>
                        <a:rPr lang="hu-HU" baseline="0" dirty="0" smtClean="0"/>
                        <a:t> hatású gázok keletkeződnek</a:t>
                      </a:r>
                      <a:endParaRPr lang="hu-H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Nagy tömegű tüzelőanyagra</a:t>
                      </a:r>
                      <a:r>
                        <a:rPr lang="hu-HU" baseline="0" dirty="0" smtClean="0"/>
                        <a:t> van szükségünk</a:t>
                      </a:r>
                      <a:endParaRPr lang="hu-HU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Kép 4" descr="letöltés (2)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34" y="4071942"/>
            <a:ext cx="2638425" cy="1733550"/>
          </a:xfrm>
          <a:prstGeom prst="rect">
            <a:avLst/>
          </a:prstGeom>
        </p:spPr>
      </p:pic>
      <p:pic>
        <p:nvPicPr>
          <p:cNvPr id="6" name="Kép 5" descr="images (1).jf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48" y="3929066"/>
            <a:ext cx="4148148" cy="2581281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források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>
                <a:hlinkClick r:id="rId2"/>
              </a:rPr>
              <a:t>https://hu.wikipedia.org/wiki/H%C5%91er%C5%91m%C5%B1</a:t>
            </a:r>
            <a:endParaRPr lang="hu-HU" dirty="0" smtClean="0"/>
          </a:p>
          <a:p>
            <a:r>
              <a:rPr lang="hu-HU" dirty="0" smtClean="0">
                <a:hlinkClick r:id="rId3"/>
              </a:rPr>
              <a:t>http://magyarenergetika.hu/wp-content/uploads/me/ME_2017-5-6.pdf</a:t>
            </a:r>
            <a:endParaRPr lang="hu-HU" dirty="0" smtClean="0"/>
          </a:p>
          <a:p>
            <a:r>
              <a:rPr lang="hu-HU" dirty="0" smtClean="0">
                <a:hlinkClick r:id="rId4"/>
              </a:rPr>
              <a:t>https://hu.wikipedia.org/wiki/M%C3%A1trai_Er%C5%91m%C5%B1</a:t>
            </a:r>
            <a:endParaRPr lang="hu-HU" dirty="0" smtClean="0"/>
          </a:p>
          <a:p>
            <a:r>
              <a:rPr lang="hu-HU" dirty="0" smtClean="0"/>
              <a:t>https://energiakaland.hu/energiaorszag/energiaforras/szen</a:t>
            </a:r>
            <a:endParaRPr lang="hu-HU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74</Words>
  <Application>Microsoft Office PowerPoint</Application>
  <PresentationFormat>Diavetítés a képernyőre (4:3 oldalarány)</PresentationFormat>
  <Paragraphs>29</Paragraphs>
  <Slides>7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8" baseType="lpstr">
      <vt:lpstr>Office-téma</vt:lpstr>
      <vt:lpstr>Hőerőmű működése</vt:lpstr>
      <vt:lpstr>Hőerőművek működése </vt:lpstr>
      <vt:lpstr>Anyagok előkészítése</vt:lpstr>
      <vt:lpstr>Erőmű Magyarországon</vt:lpstr>
      <vt:lpstr>hőerőmű osztályozása</vt:lpstr>
      <vt:lpstr>Előnyei és hátrányai</vt:lpstr>
      <vt:lpstr>források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Szénerőmű müködése</dc:title>
  <dc:creator>Windows-felhasználó</dc:creator>
  <cp:lastModifiedBy>Windows-felhasználó</cp:lastModifiedBy>
  <cp:revision>10</cp:revision>
  <dcterms:created xsi:type="dcterms:W3CDTF">2022-02-08T18:12:57Z</dcterms:created>
  <dcterms:modified xsi:type="dcterms:W3CDTF">2022-02-08T19:53:06Z</dcterms:modified>
</cp:coreProperties>
</file>